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01315" Type="http://schemas.openxmlformats.org/officeDocument/2006/relationships/font" Target="fonts/2013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01319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1314" Type="http://schemas.openxmlformats.org/officeDocument/2006/relationships/font" Target="fonts/2013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01318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201317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01316" Type="http://schemas.openxmlformats.org/officeDocument/2006/relationships/font" Target="fonts/20131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9146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Programação Web II – Aula 2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91160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Componentes React e JSX – Props e Estado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92521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Projeto: Sistema de Gestão Escolar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7806"/>
            <a:ext cx="4722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que usar Componentes?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96119" y="1159148"/>
            <a:ext cx="2196554" cy="2649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construir um site como montar com peças de LEGO: cada peça é independente, reutilizável e encaixa com as outras. Se precisar mudar o rodapé, você muda </a:t>
            </a:r>
            <a:pPr algn="l"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05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 um lugar só</a:t>
            </a:r>
            <a:pPr algn="l"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 toda a aplicação é atualizada.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 são funções que devolvem pedaços de tela, organizando o código, evitando repetição e facilitando o trabalho em equipe.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027090" y="1188169"/>
            <a:ext cx="2196554" cy="1041722"/>
          </a:xfrm>
          <a:prstGeom prst="roundRect">
            <a:avLst>
              <a:gd name="adj" fmla="val 544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166914" y="1327993"/>
            <a:ext cx="191690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🧩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Reutilizável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166914" y="1667842"/>
            <a:ext cx="191690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 mesmo componente quantas vezes quiser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027090" y="2358628"/>
            <a:ext cx="2196554" cy="1041722"/>
          </a:xfrm>
          <a:prstGeom prst="roundRect">
            <a:avLst>
              <a:gd name="adj" fmla="val 544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66914" y="2498452"/>
            <a:ext cx="191690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✏️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Fácil de Manter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166914" y="2838301"/>
            <a:ext cx="191690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Mude em um lugar, reflete em todo o sistema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027090" y="3529087"/>
            <a:ext cx="2196554" cy="1041722"/>
          </a:xfrm>
          <a:prstGeom prst="roundRect">
            <a:avLst>
              <a:gd name="adj" fmla="val 544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66914" y="3668911"/>
            <a:ext cx="191690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Trabalho em Equipe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166914" y="4008760"/>
            <a:ext cx="191690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dev cuida de uma peça do sistema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54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 um Componente React?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24161"/>
            <a:ext cx="8151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componente é uma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spc="-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função JavaScript</a:t>
            </a:r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retorna JSX — ou seja, HTML dentro do JavaScript. Componentes sempre começam com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spc="-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letra maiúscula</a:t>
            </a:r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podem ser usados quantas vezes forem necessários.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518270"/>
            <a:ext cx="8151763" cy="2629495"/>
          </a:xfrm>
          <a:prstGeom prst="roundRect">
            <a:avLst>
              <a:gd name="adj" fmla="val 198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44947" y="1642244"/>
            <a:ext cx="7854107" cy="2381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Componente simples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Cabecalho() {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&lt;header&gt;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&lt;h1&gt;Sistema de Gestão Escolar&lt;/h1&gt;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&lt;/header&gt;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Usando o componente (quantas vezes quiser!)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&lt;Cabecalho /&gt;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&lt;Cabecalho /&gt;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4269804"/>
            <a:ext cx="8151763" cy="454075"/>
          </a:xfrm>
          <a:prstGeom prst="roundRect">
            <a:avLst>
              <a:gd name="adj" fmla="val 11474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444826"/>
            <a:ext cx="155004" cy="1239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9071" y="4409256"/>
            <a:ext cx="808203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letra maiúscula no nome é obrigatória — é assim que o React diferencia componentes de tags HTML comuns.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663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8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JSX na Prática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52004"/>
            <a:ext cx="391105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JSX </a:t>
            </a:r>
            <a:pPr algn="l" indent="0" marL="0">
              <a:lnSpc>
                <a:spcPct val="130000"/>
              </a:lnSpc>
              <a:buNone/>
            </a:pPr>
            <a:r>
              <a:rPr lang="en-US" sz="1050" i="1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parece</a:t>
            </a:r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HTML, mas é JavaScript. Por isso, algumas regras mudam: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19114"/>
            <a:ext cx="3911054" cy="8687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6430" y="1873225"/>
            <a:ext cx="3526631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→ 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26430" y="2222599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Palavra reservada no JS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716560"/>
            <a:ext cx="3911054" cy="8639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6430" y="2870671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Atributos em camelCase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26430" y="3210520"/>
            <a:ext cx="3526631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onclick</a:t>
            </a:r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onClick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709243"/>
            <a:ext cx="3911054" cy="8687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6430" y="3863355"/>
            <a:ext cx="3526631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Expressões entre 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spc="-4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{chaves}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26430" y="4212729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inserir valores JavaScript no JSX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741590" y="1181026"/>
            <a:ext cx="3911054" cy="2648024"/>
          </a:xfrm>
          <a:prstGeom prst="roundRect">
            <a:avLst>
              <a:gd name="adj" fmla="val 2143"/>
            </a:avLst>
          </a:prstGeom>
          <a:solidFill>
            <a:srgbClr val="F2F2F2"/>
          </a:solidFill>
          <a:ln/>
        </p:spPr>
      </p:sp>
      <p:sp>
        <p:nvSpPr>
          <p:cNvPr id="14" name="Text 9"/>
          <p:cNvSpPr/>
          <p:nvPr/>
        </p:nvSpPr>
        <p:spPr>
          <a:xfrm>
            <a:off x="4903663" y="1316087"/>
            <a:ext cx="3586907" cy="2377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spc="-21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JSX com expressões JS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spc="-21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nome = "Gestão Escolar";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spc="-21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spc="-21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className="cabecalho"&gt;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spc="-21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&lt;h1&gt;{nome}&lt;/h1&gt;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spc="-21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&lt;p&gt;{2 + 2} disciplinas&lt;/p&gt;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spc="-21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spc="-21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spc="-21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 Vite converte tudo para JS puro!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4813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Props – Dados de Entrada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20372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Props são como os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ingredientes de uma receita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 componente recebe dados de fora e os utiliza para montar a tela. O fluxo é sempre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 cima para baixo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do componente pai para o filho.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2043633"/>
            <a:ext cx="708794" cy="850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46671" y="2185392"/>
            <a:ext cx="3872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Pai passa a prop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346671" y="2491904"/>
            <a:ext cx="387221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&lt;Cabecalho titulo="Gestão Escolar" /&gt;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894186"/>
            <a:ext cx="708794" cy="8505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46671" y="3035945"/>
            <a:ext cx="3872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Filho recebe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346671" y="3342456"/>
            <a:ext cx="387221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Cabecalho(props)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744739"/>
            <a:ext cx="708794" cy="85055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46671" y="3886498"/>
            <a:ext cx="387221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Filho exibe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1346671" y="4193009"/>
            <a:ext cx="387221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{props.titulo}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 tela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813"/>
            <a:ext cx="8151763" cy="378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7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Código: </a:t>
            </a:r>
            <a:pPr algn="l" indent="0" marL="0">
              <a:lnSpc>
                <a:spcPct val="104000"/>
              </a:lnSpc>
              <a:buNone/>
            </a:pPr>
            <a:r>
              <a:rPr lang="en-US" sz="2350" b="1" spc="-71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Cabecalho.jsx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85168"/>
            <a:ext cx="8608963" cy="1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Arquivo: </a:t>
            </a:r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frontend/src/componentes/Cabecalho.jsx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279773"/>
            <a:ext cx="8151763" cy="2917627"/>
          </a:xfrm>
          <a:prstGeom prst="roundRect">
            <a:avLst>
              <a:gd name="adj" fmla="val 172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39589" y="1399356"/>
            <a:ext cx="7864822" cy="2678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Definimos a função com props como parâmetro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Cabecalho(props) {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Retornamos JSX com os dados recebidos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&lt;header className="cabecalho"&gt;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&lt;h1&gt;{props.titulo}&lt;/h1&gt;      {/* título dinâmico */}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&lt;p&gt;{props.subtitulo}&lt;/p&gt;   {/* subtítulo dinâmico */}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&lt;/header&gt;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Exportamos para poder usar em outros arquivos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Cabecalho;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6119" y="4310881"/>
            <a:ext cx="8151763" cy="427732"/>
          </a:xfrm>
          <a:prstGeom prst="roundRect">
            <a:avLst>
              <a:gd name="adj" fmla="val 11745"/>
            </a:avLst>
          </a:prstGeom>
          <a:solidFill>
            <a:srgbClr val="DADB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702" y="4474666"/>
            <a:ext cx="149498" cy="1195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4783" y="4441627"/>
            <a:ext cx="810071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props diferentes, o mesmo componente gera resultados diferentes — sem duplicar nenhum código.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55427"/>
            <a:ext cx="5192688" cy="28325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6136" y="731118"/>
            <a:ext cx="2656433" cy="78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Estado com </a:t>
            </a:r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996136" y="1624236"/>
            <a:ext cx="2656433" cy="1213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é um </a:t>
            </a:r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b="1" spc="-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dado que muda na tela sem recarregar a página</a:t>
            </a:r>
            <a:pPr algn="l" indent="0" marL="0">
              <a:lnSpc>
                <a:spcPct val="125000"/>
              </a:lnSpc>
              <a:spcAft>
                <a:spcPts val="750"/>
              </a:spcAft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como o placar de um jogo que atualiza em tempo real.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retorna dois valores: o dado atual e a função que o atualiza. Ao chamar a função, o React re-renderiza só o que mudou.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996136" y="2960117"/>
            <a:ext cx="2656433" cy="1438721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6144964" y="3084091"/>
            <a:ext cx="2358777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[valor, setValor] = useState(0);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Ao clicar, o estado muda e a tela atualiza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onClick={() =&gt; setValor(valor + 1)}&gt;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Incrementar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spc="-20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536"/>
            <a:ext cx="8151763" cy="30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Código: </a:t>
            </a:r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Contador.jsx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876746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Arquivo: </a:t>
            </a:r>
            <a:pPr algn="l" indent="0" marL="0">
              <a:lnSpc>
                <a:spcPct val="113000"/>
              </a:lnSpc>
              <a:buNone/>
            </a:pPr>
            <a:r>
              <a:rPr lang="en-US" sz="750" spc="-15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frontend/src/componentes/Contador.jsx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6119" y="1083692"/>
            <a:ext cx="8151763" cy="3626197"/>
          </a:xfrm>
          <a:prstGeom prst="roundRect">
            <a:avLst>
              <a:gd name="adj" fmla="val 1129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13023" y="1181100"/>
            <a:ext cx="7917954" cy="343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"react"; // 1. Importa o hook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Contador() 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2. Cria o estado: valor inicial = 0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[valor, setValor] = useState(0);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&lt;p&gt;Contagem: {valor}&lt;/p&gt;  {/* 3. Exibe o valor atual */}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4. onClick chama setValor para atualizar o estado */}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setValor(valor + 1)}&gt;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Incrementar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5. Zerar volta o estado para 0 */}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setValor(0)}&gt;Zerar&lt;/button&gt;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5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Contador;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7463"/>
            <a:ext cx="8151763" cy="321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5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Código: </a:t>
            </a:r>
            <a:pPr algn="l" indent="0" marL="0">
              <a:lnSpc>
                <a:spcPct val="104000"/>
              </a:lnSpc>
              <a:buNone/>
            </a:pPr>
            <a:r>
              <a:rPr lang="en-US" sz="1950" b="1" spc="-59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878607"/>
            <a:ext cx="8608963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pPr algn="l" indent="0" marL="0">
              <a:lnSpc>
                <a:spcPct val="114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pPr algn="l" indent="0" marL="0">
              <a:lnSpc>
                <a:spcPct val="114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o componente raiz — ele importa e </a:t>
            </a:r>
            <a:pPr algn="l" indent="0" marL="0">
              <a:lnSpc>
                <a:spcPct val="114000"/>
              </a:lnSpc>
              <a:buNone/>
            </a:pPr>
            <a:r>
              <a:rPr lang="en-US" sz="750" b="1" spc="-1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combina</a:t>
            </a:r>
            <a:pPr algn="l" indent="0" marL="0">
              <a:lnSpc>
                <a:spcPct val="114000"/>
              </a:lnSpc>
              <a:buNone/>
            </a:pPr>
            <a:r>
              <a:rPr lang="en-US" sz="75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os outros componentes para montar a página completa.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6119" y="1097979"/>
            <a:ext cx="8151763" cy="3230612"/>
          </a:xfrm>
          <a:prstGeom prst="roundRect">
            <a:avLst>
              <a:gd name="adj" fmla="val 129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15702" y="1197620"/>
            <a:ext cx="7912596" cy="303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Cabecalho from "./componentes/Cabecalho"; // importa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Contador  from "./componentes/Contador";  // importa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Componente com props passadas */}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&lt;Cabecalho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titulo="Sistema de Gestão Escolar"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subtitulo="Bem-vindo!"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/&gt;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Componente com estado próprio */}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&lt;Contador /&gt;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endParaRPr lang="en-US" sz="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50" spc="-16" kern="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App;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96119" y="4407396"/>
            <a:ext cx="8151763" cy="318567"/>
          </a:xfrm>
          <a:prstGeom prst="roundRect">
            <a:avLst>
              <a:gd name="adj" fmla="val 13142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59" y="4539928"/>
            <a:ext cx="124569" cy="99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9969" y="4502274"/>
            <a:ext cx="8185472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spc="-1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componente cuida de si mesmo — o App só organiza quem aparece e em que ordem.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106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Erros Comuns em React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47564"/>
            <a:ext cx="4004965" cy="15165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92263" y="144393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56927" y="1933649"/>
            <a:ext cx="36833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Esquecer o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244923"/>
            <a:ext cx="3683347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falha silenciosamente — o componente simplesmente não aparece.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347564"/>
            <a:ext cx="4005039" cy="15165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9061" y="144393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803651" y="1933649"/>
            <a:ext cx="36834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Usar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em vez de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className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03651" y="2244923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React exibe um aviso no console e o estilo pode não funcionar.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15165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92263" y="310224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56927" y="3591967"/>
            <a:ext cx="368334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Componente sem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6927" y="3903241"/>
            <a:ext cx="3683347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tela fica em branco — cheque se há um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JSX válido.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151655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39061" y="3102248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spc="-5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4803651" y="3591967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Esquecer de importar o componente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03651" y="3898478"/>
            <a:ext cx="3683422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 no console: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"X is not defined"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adicione o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topo do arquivo.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926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spc="-8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Exercício e Desafio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236613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🏋️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Exercício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1599828"/>
            <a:ext cx="2188443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Crie o componente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Saudacao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recebe a prop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exibe: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37720" y="2349996"/>
            <a:ext cx="24330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"Olá, {nome}!"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2222450"/>
            <a:ext cx="19050" cy="481905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3925119" y="2863825"/>
            <a:ext cx="2188443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 usando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&lt;Saudacao nome="Ana" /&gt;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64201" y="1236613"/>
            <a:ext cx="21884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spc="-4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Desafio Opcional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64201" y="1599828"/>
            <a:ext cx="2645643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componente 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64201" y="1958950"/>
            <a:ext cx="2188443" cy="14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botão "Zerar" já foi implementado — certifique-se que funciona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 o contador para não ultrapassar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spc="-2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(use um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dentro do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onClick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spc="-2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64201" y="3538389"/>
            <a:ext cx="2188443" cy="1006376"/>
          </a:xfrm>
          <a:prstGeom prst="roundRect">
            <a:avLst>
              <a:gd name="adj" fmla="val 5917"/>
            </a:avLst>
          </a:prstGeom>
          <a:solidFill>
            <a:srgbClr val="DADBF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960" y="3753445"/>
            <a:ext cx="177180" cy="1417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24898" y="3701355"/>
            <a:ext cx="15859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 aula: deixaremos o sistema bonito com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Bootstrap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36936D1B5E4C54EA94FFF58B25542D5" ma:contentTypeVersion="3" ma:contentTypeDescription="Crie um novo documento." ma:contentTypeScope="" ma:versionID="893c58ea87f33e8f3683e5d1cc038821">
  <xsd:schema xmlns:xsd="http://www.w3.org/2001/XMLSchema" xmlns:xs="http://www.w3.org/2001/XMLSchema" xmlns:p="http://schemas.microsoft.com/office/2006/metadata/properties" xmlns:ns2="a97ea620-bd91-4936-8934-7957480f18b3" targetNamespace="http://schemas.microsoft.com/office/2006/metadata/properties" ma:root="true" ma:fieldsID="e9b9583c7d831f47a41f051ce7769757" ns2:_="">
    <xsd:import namespace="a97ea620-bd91-4936-8934-7957480f18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ea620-bd91-4936-8934-7957480f18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C6F0EE-13C8-4C1E-BD8B-FF8B880E6402}"/>
</file>

<file path=customXml/itemProps2.xml><?xml version="1.0" encoding="utf-8"?>
<ds:datastoreItem xmlns:ds="http://schemas.openxmlformats.org/officeDocument/2006/customXml" ds:itemID="{30B7C66C-2A60-44CA-8731-98C09B718AF1}"/>
</file>

<file path=customXml/itemProps3.xml><?xml version="1.0" encoding="utf-8"?>
<ds:datastoreItem xmlns:ds="http://schemas.openxmlformats.org/officeDocument/2006/customXml" ds:itemID="{8EBFE81B-40B1-4153-920B-CC982AAEB6A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2026-08-04T19:14:06Z</dcterms:created>
  <dcterms:modified xsi:type="dcterms:W3CDTF">2026-08-04T19:14:06Z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0x010100336936D1B5E4C54EA94FFF58B25542D5</vt:lpwstr>
  </property>
</Properties>
</file>